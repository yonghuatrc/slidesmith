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greet function in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shows the key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170" y="2057400"/>
            <a:ext cx="9753356" cy="10287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Presentation Title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19170" y="5829300"/>
            <a:ext cx="9753356" cy="685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Subtitle text goes here.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36" y="342900"/>
            <a:ext cx="10241024" cy="10287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75336" y="1508760"/>
            <a:ext cx="10241024" cy="1118235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the first content slide.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75336" y="2804795"/>
            <a:ext cx="10241024" cy="1677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Point one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75336" y="4100830"/>
            <a:ext cx="10241024" cy="1677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Point two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75336" y="5396865"/>
            <a:ext cx="10241024" cy="1677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Point three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36" y="342900"/>
            <a:ext cx="10241024" cy="10287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Example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75336" y="1508760"/>
            <a:ext cx="10241024" cy="2414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Here's a TypeScript example: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29616" y="4055110"/>
            <a:ext cx="10332464" cy="698500"/>
          </a:xfrm>
          <a:prstGeom prst="rect">
            <a:avLst>
              <a:gd name="adj" fmla="val 6545"/>
            </a:avLst>
          </a:prstGeom>
          <a:solidFill>
            <a:srgbClr val="13181E"/>
          </a:solidFill>
          <a:ln/>
        </p:spPr>
      </p:sp>
      <p:sp>
        <p:nvSpPr>
          <p:cNvPr id="5" name="Text 3"/>
          <p:cNvSpPr/>
          <p:nvPr/>
        </p:nvSpPr>
        <p:spPr>
          <a:xfrm>
            <a:off x="975336" y="410083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function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greet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000" dirty="0">
                <a:solidFill>
                  <a:srgbClr val="FFAB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string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string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75336" y="429133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`Hello, ${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</a:t>
            </a:r>
            <a:pPr algn="l" indent="0" marL="0">
              <a:buNone/>
            </a:pPr>
            <a:r>
              <a:rPr lang="en-US" sz="100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}!`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75336" y="448183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36" y="342900"/>
            <a:ext cx="10241024" cy="10287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Table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75336" y="1508760"/>
          <a:ext cx="10241024" cy="5006340"/>
        </p:xfrm>
        <a:graphic>
          <a:graphicData uri="http://schemas.openxmlformats.org/drawingml/2006/table">
            <a:tbl>
              <a:tblPr/>
              <a:tblGrid>
                <a:gridCol w="3413675"/>
                <a:gridCol w="3413675"/>
                <a:gridCol w="3413675"/>
              </a:tblGrid>
              <a:tr h="12515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Name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Value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Description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6FF"/>
                    </a:solidFill>
                  </a:tcPr>
                </a:tc>
              </a:tr>
              <a:tr h="1251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Alpha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 item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1251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Beta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 item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1251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Gamma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Third item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36" y="342900"/>
            <a:ext cx="10241024" cy="10287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75336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249656" y="1508760"/>
            <a:ext cx="9966704" cy="2414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00" i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a pull quote that should stand out.</a:t>
            </a:r>
            <a:endParaRPr lang="en-US" sz="2400" dirty="0"/>
          </a:p>
          <a:p>
            <a:pPr algn="l" indent="0" marL="0">
              <a:lnSpc>
                <a:spcPts val="3200"/>
              </a:lnSpc>
              <a:buNone/>
            </a:pPr>
            <a:r>
              <a:rPr lang="en-US" sz="2400" i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can span multiple lines.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75336" y="4100830"/>
            <a:ext cx="10241024" cy="2414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Albert Einstein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SlideSmith Presentation</dc:title>
  <dc:subject>PptxGenJS Presentation</dc:subject>
  <dc:creator>SlideSmith</dc:creator>
  <cp:lastModifiedBy>SlideSmith</cp:lastModifiedBy>
  <cp:revision>1</cp:revision>
  <dcterms:created xsi:type="dcterms:W3CDTF">2026-05-31T14:03:58Z</dcterms:created>
  <dcterms:modified xsi:type="dcterms:W3CDTF">2026-05-31T14:03:58Z</dcterms:modified>
</cp:coreProperties>
</file>