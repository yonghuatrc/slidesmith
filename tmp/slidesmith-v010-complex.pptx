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revenue growth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C leads on features but Product A leads on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budget deadline is critical.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70" y="2057400"/>
            <a:ext cx="9753356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Report 2026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170" y="5829300"/>
            <a:ext cx="9753356" cy="685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Financial Summary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75336" y="1508760"/>
            <a:ext cx="10241024" cy="686223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company has achieved record growth this year.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75336" y="2372783"/>
            <a:ext cx="10241024" cy="686223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highlights: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5336" y="3236807"/>
            <a:ext cx="10241024" cy="1029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Revenue increased by 45%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5336" y="4100830"/>
            <a:ext cx="10241024" cy="1029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Customer base grew to 10,000+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5336" y="4964853"/>
            <a:ext cx="10241024" cy="1029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Three new products launched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Breakdown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Analysis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5336" y="1508760"/>
          <a:ext cx="10241024" cy="2414270"/>
        </p:xfrm>
        <a:graphic>
          <a:graphicData uri="http://schemas.openxmlformats.org/drawingml/2006/table">
            <a:tbl>
              <a:tblPr/>
              <a:tblGrid>
                <a:gridCol w="3413675"/>
                <a:gridCol w="3413675"/>
                <a:gridCol w="3413675"/>
              </a:tblGrid>
              <a:tr h="4828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Quarter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Growth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</a:tr>
              <a:tr h="4828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$2.1M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+12%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828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$2.8M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+33%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4828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$3.4M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+21%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828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$4.2M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+24%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29616" y="4055110"/>
            <a:ext cx="10332464" cy="1651000"/>
          </a:xfrm>
          <a:prstGeom prst="rect">
            <a:avLst>
              <a:gd name="adj" fmla="val 2769"/>
            </a:avLst>
          </a:prstGeom>
          <a:solidFill>
            <a:srgbClr val="13181E"/>
          </a:solidFill>
          <a:ln/>
        </p:spPr>
      </p:sp>
      <p:sp>
        <p:nvSpPr>
          <p:cNvPr id="7" name="Text 4"/>
          <p:cNvSpPr/>
          <p:nvPr/>
        </p:nvSpPr>
        <p:spPr>
          <a:xfrm>
            <a:off x="975336" y="41008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costs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75336" y="42913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'engineering'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1_200_000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75336" y="44818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'marketing'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800_000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75336" y="46723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'operations'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600_000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75336" y="48628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'administration'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400_000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75336" y="50533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75336" y="52438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(costs.values())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75336" y="54343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'Total costs: $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:,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Comparison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5336" y="1508760"/>
          <a:ext cx="10241024" cy="5006340"/>
        </p:xfrm>
        <a:graphic>
          <a:graphicData uri="http://schemas.openxmlformats.org/drawingml/2006/table">
            <a:tbl>
              <a:tblPr/>
              <a:tblGrid>
                <a:gridCol w="2560256"/>
                <a:gridCol w="2560256"/>
                <a:gridCol w="2560256"/>
                <a:gridCol w="2560256"/>
              </a:tblGrid>
              <a:tr h="10012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Feature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 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 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 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</a:tr>
              <a:tr h="10012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Speed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Slow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10012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$149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$199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10012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Support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24/7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Business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Premium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10012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Rating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75336" y="1508760"/>
            <a:ext cx="10241024" cy="2414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uses a microservices architecture.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29616" y="4055110"/>
            <a:ext cx="10332464" cy="1079500"/>
          </a:xfrm>
          <a:prstGeom prst="rect">
            <a:avLst>
              <a:gd name="adj" fmla="val 4235"/>
            </a:avLst>
          </a:prstGeom>
          <a:solidFill>
            <a:srgbClr val="13181E"/>
          </a:solidFill>
          <a:ln/>
        </p:spPr>
      </p:sp>
      <p:sp>
        <p:nvSpPr>
          <p:cNvPr id="5" name="Text 3"/>
          <p:cNvSpPr/>
          <p:nvPr/>
        </p:nvSpPr>
        <p:spPr>
          <a:xfrm>
            <a:off x="975336" y="41008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 TD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5336" y="42913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A[Client] --&gt; B[API Gateway]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5336" y="44818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 --&gt; C[Auth Service]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5336" y="46723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 --&gt; D[Data Service]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5336" y="486283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 --&gt; E[Analytics Service]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75336" y="1508760"/>
            <a:ext cx="10241024" cy="128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Finalize Q1 budget by January 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75336" y="2545588"/>
            <a:ext cx="10241024" cy="128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Launch version 2.0 in February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5336" y="3582416"/>
            <a:ext cx="10241024" cy="128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Hire 20 new engineers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5336" y="4619244"/>
            <a:ext cx="10241024" cy="128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Expand to APAC region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SlideSmith Presentation</dc:title>
  <dc:subject>PptxGenJS Presentation</dc:subject>
  <dc:creator>SlideSmith</dc:creator>
  <cp:lastModifiedBy>SlideSmith</cp:lastModifiedBy>
  <cp:revision>1</cp:revision>
  <dcterms:created xsi:type="dcterms:W3CDTF">2026-05-31T14:04:05Z</dcterms:created>
  <dcterms:modified xsi:type="dcterms:W3CDTF">2026-05-31T14:04:05Z</dcterms:modified>
</cp:coreProperties>
</file>