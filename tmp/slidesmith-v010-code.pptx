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Rust's type system catches many errors at compile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70" y="2057400"/>
            <a:ext cx="9753356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Examples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219170" y="5829300"/>
            <a:ext cx="9753356" cy="6858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collection of code snippets.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29616" y="1463040"/>
            <a:ext cx="10332464" cy="2603500"/>
          </a:xfrm>
          <a:prstGeom prst="rect">
            <a:avLst>
              <a:gd name="adj" fmla="val 1756"/>
            </a:avLst>
          </a:prstGeom>
          <a:solidFill>
            <a:srgbClr val="1318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36" y="1508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75336" y="1699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FAB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5336" y="1889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FAB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5336" y="2080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FAB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email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5336" y="2270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5336" y="2651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fetchUser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FFAB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Promise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{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5336" y="2842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fetch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`/api/users/${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}`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5336" y="3032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!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response.ok)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5336" y="3223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throw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new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'Failed to fetch user'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5336" y="3413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}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5336" y="3604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response.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json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();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5336" y="3794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29616" y="1463040"/>
            <a:ext cx="10332464" cy="2984500"/>
          </a:xfrm>
          <a:prstGeom prst="rect">
            <a:avLst>
              <a:gd name="adj" fmla="val 1532"/>
            </a:avLst>
          </a:prstGeom>
          <a:solidFill>
            <a:srgbClr val="1318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36" y="1508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typing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Optional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75336" y="1699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asyncio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5336" y="2080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class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DataProcessor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5336" y="2270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__init__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config: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5336" y="2461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.config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config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5336" y="2651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.data: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5336" y="3032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items: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list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-&gt; list[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]: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5336" y="3223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tasks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[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._process_item(item)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item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items]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5336" y="3413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await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asyncio.gather(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5336" y="3794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_process_item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(self, item) -&gt;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dict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5336" y="3985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6A737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Process individual item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5336" y="4175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'result'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item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29616" y="1463040"/>
            <a:ext cx="10332464" cy="3746500"/>
          </a:xfrm>
          <a:prstGeom prst="rect">
            <a:avLst>
              <a:gd name="adj" fmla="val 1220"/>
            </a:avLst>
          </a:prstGeom>
          <a:solidFill>
            <a:srgbClr val="1318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36" y="1508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collections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HashMap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75336" y="1889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#[derive(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Debug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5336" y="2080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struct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5336" y="2270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host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String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5336" y="2461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port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u16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5336" y="2651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workers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usize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5336" y="2842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5336" y="3223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impl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5336" y="3413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from_env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-&gt;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ConfigError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{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5336" y="3604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host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"HOST"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unwrap_or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"localhost"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into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5336" y="3794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let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port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std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::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"PORT"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5336" y="3985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5336" y="4175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and_then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parse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5336" y="4366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.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unwrap_or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8080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5336" y="4556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Ok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B392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Config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{ host, port, workers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})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5336" y="4747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}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75336" y="4937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5336" y="342900"/>
            <a:ext cx="10241024" cy="1028700"/>
          </a:xfrm>
          <a:prstGeom prst="rect">
            <a:avLst/>
          </a:prstGeom>
          <a:noFill/>
          <a:ln/>
        </p:spPr>
        <p:txBody>
          <a:bodyPr wrap="square" rtlCol="0" anchor="t">
            <a:spAutoFit/>
          </a:bodyPr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29616" y="1463040"/>
            <a:ext cx="10332464" cy="3175000"/>
          </a:xfrm>
          <a:prstGeom prst="rect">
            <a:avLst>
              <a:gd name="adj" fmla="val 1440"/>
            </a:avLst>
          </a:prstGeom>
          <a:solidFill>
            <a:srgbClr val="13181E"/>
          </a:solidFill>
          <a:ln/>
        </p:spPr>
      </p:sp>
      <p:sp>
        <p:nvSpPr>
          <p:cNvPr id="4" name="Text 2"/>
          <p:cNvSpPr/>
          <p:nvPr/>
        </p:nvSpPr>
        <p:spPr>
          <a:xfrm>
            <a:off x="975336" y="1508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WITH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revenue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(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75336" y="1699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5336" y="1889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department,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75336" y="2080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(amount)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total_revenue,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75336" y="2270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</a:t>
            </a:r>
            <a:pPr algn="l" indent="0" marL="0">
              <a:buNone/>
            </a:pPr>
            <a:r>
              <a:rPr lang="en-US" sz="1000" dirty="0">
                <a:solidFill>
                  <a:srgbClr val="79B8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COUNT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transaction_count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75336" y="2461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transactions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75336" y="2651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created_at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&gt;=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INTERVAL </a:t>
            </a:r>
            <a:pPr algn="l" indent="0" marL="0">
              <a:buNone/>
            </a:pPr>
            <a:r>
              <a:rPr lang="en-US" sz="1000" dirty="0">
                <a:solidFill>
                  <a:srgbClr val="9EC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'30 days'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75336" y="2842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BY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department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75336" y="3032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75336" y="3223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5336" y="3413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department,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5336" y="3604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total_revenue,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75336" y="3794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transaction_count,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75336" y="3985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total_revenue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transaction_count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avg_transaction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75336" y="41757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revenue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75336" y="4366260"/>
            <a:ext cx="10241024" cy="19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total_revenue </a:t>
            </a:r>
            <a:pPr algn="l" indent="0" marL="0">
              <a:buNone/>
            </a:pPr>
            <a:r>
              <a:rPr lang="en-US" sz="1000" dirty="0">
                <a:solidFill>
                  <a:srgbClr val="F9758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</a:t>
            </a:r>
            <a:pPr algn="l" indent="0" marL="0">
              <a:buNone/>
            </a:pPr>
            <a:r>
              <a:rPr lang="en-US" sz="1000" dirty="0">
                <a:solidFill>
                  <a:srgbClr val="E1E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;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SlideSmith Presentation</dc:title>
  <dc:subject>PptxGenJS Presentation</dc:subject>
  <dc:creator>SlideSmith</dc:creator>
  <cp:lastModifiedBy>SlideSmith</cp:lastModifiedBy>
  <cp:revision>1</cp:revision>
  <dcterms:created xsi:type="dcterms:W3CDTF">2026-05-31T14:04:11Z</dcterms:created>
  <dcterms:modified xsi:type="dcterms:W3CDTF">2026-05-31T14:04:11Z</dcterms:modified>
</cp:coreProperties>
</file>